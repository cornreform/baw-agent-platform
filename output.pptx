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This is a sample presentation created with python-pptx.</a:t>
            </a:r>
          </a:p>
          <a:p>
            <a:pPr>
              <a:spcAft>
                <a:spcPts val="800"/>
              </a:spcAft>
              <a:defRPr sz="1800"/>
            </a:pPr>
            <a:r>
              <a:t>It demonstrates text, charts, and combined layouts.</a:t>
            </a:r>
          </a:p>
          <a:p>
            <a:pPr>
              <a:spcAft>
                <a:spcPts val="800"/>
              </a:spcAft>
              <a:defRPr sz="1800"/>
            </a:pPr>
            <a:r>
              <a:t>The library provides powerful PPTX generation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har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71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Data:</a:t>
            </a:r>
          </a:p>
          <a:p>
            <a:pPr>
              <a:spcAft>
                <a:spcPts val="400"/>
              </a:spcAft>
              <a:defRPr sz="1200"/>
            </a:pPr>
            <a:r>
              <a:t>Q1: 100</a:t>
            </a:r>
          </a:p>
          <a:p>
            <a:pPr>
              <a:spcAft>
                <a:spcPts val="400"/>
              </a:spcAft>
              <a:defRPr sz="1200"/>
            </a:pPr>
            <a:r>
              <a:t>Q2: 150</a:t>
            </a:r>
          </a:p>
          <a:p>
            <a:pPr>
              <a:spcAft>
                <a:spcPts val="400"/>
              </a:spcAft>
              <a:defRPr sz="1200"/>
            </a:pPr>
            <a:r>
              <a:t>Q3: 120</a:t>
            </a:r>
          </a:p>
          <a:p>
            <a:pPr>
              <a:spcAft>
                <a:spcPts val="400"/>
              </a:spcAft>
              <a:defRPr sz="1200"/>
            </a:pPr>
            <a:r>
              <a:t>Q4: 180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Q4 showed the highest growth.</a:t>
            </a:r>
          </a:p>
          <a:p>
            <a:pPr>
              <a:spcAft>
                <a:spcPts val="600"/>
              </a:spcAft>
              <a:defRPr sz="1400"/>
            </a:pPr>
            <a:r>
              <a:t>Overall trend is positive.</a:t>
            </a:r>
          </a:p>
          <a:p>
            <a:pPr>
              <a:spcAft>
                <a:spcPts val="600"/>
              </a:spcAft>
              <a:defRPr sz="1400"/>
            </a:pPr>
            <a:r>
              <a:t>Target exceeded by 20%.</a:t>
            </a:r>
          </a:p>
        </p:txBody>
      </p:sp>
      <p:pic>
        <p:nvPicPr>
          <p:cNvPr id="5" name="Picture 4" descr="chart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6858000" cy="4072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